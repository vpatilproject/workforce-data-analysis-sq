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800" b="1">
                <a:solidFill>
                  <a:srgbClr val="F5F8FA"/>
                </a:solidFill>
                <a:latin typeface="Aptos"/>
              </a:rPr>
              <a:t>Salary and Remote Work Trends Across Job Titles and Company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SQL / MS-SQL Server Project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Submitted By: Vaishnavi Patil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Workforce data analysis using Salaries.xls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Focus: salary, job titles, experience, locations, company size, employment type and remote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Understand salary and remote-work patterns across roles, experience levels and company locations to support workforce planning and career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• Analyze salary patterns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• Compare locations and job titles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• Measure salary growth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• Analyze remote work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• Support workforce and career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Salaries.xls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Key fields: work_year, experience_level, employment_type, job_title, salary_in_usd, employee_residence, remote_ratio, company_location, company_size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Database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Database: Workforce_Data_Analysis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Table: Salaries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Tool: MS-SQL Server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SQL, CTEs, subqueries, aggregates and window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Import dataset → filter and group → calculate salary/employee metrics → rank and compare → derive insights → recommend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Tasks 1–5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Company size in 2021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Top part-time salaries in 2023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Mid-level country benchmarks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Senior-level salary locations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Salary growth by job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Tasks 6–10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Entry-level salary growth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Remote-ratio update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2024 salary updates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Highest salary year by job title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Employment-type percentages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Tasks 11–15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Remote managers over $90K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Top countries with large companies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Remote employees over $100K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Entry-level locations above market average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Highest-paying country by job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Tasks 16–20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Sustained salary growth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Remote work: 2021 vs 2024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Salary increase by role/experience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Role-based access by experience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Career/domain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SQL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WHERE • GROUP BY • HAVING • ORDER BY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COUNT • AVG • SUM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CASE • CTEs • Subqueries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ROW_NUMBER() • RANK()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UPDATE •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Salary differs by role, experience and location.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Remote ratio enables work-arrangement comparisons.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Country and job-title analysis supports salary benchmarking.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Year-wise analysis supports trend identification.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Use salary benchmarks for compensation planning.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Compare remote-work patterns for workforce policy.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Use role/experience analysis for career development.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Use geographic comparisons for expansion and hiring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SQL transforms workforce records into practical salary, remote-work and career insights for data-driven decision making.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sz="2500" b="1">
                <a:solidFill>
                  <a:srgbClr val="F5F8FA"/>
                </a:solidFill>
                <a:latin typeface="Aptos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Salary and Remote Work Trends Across Job Titles and Company Locations</a:t>
            </a:r>
          </a:p>
          <a:p>
            <a:pPr>
              <a:defRPr sz="1800"/>
            </a:pPr>
            <a:r>
              <a:rPr sz="1700">
                <a:solidFill>
                  <a:srgbClr val="E1EBF0"/>
                </a:solidFill>
                <a:latin typeface="Aptos"/>
              </a:rPr>
              <a:t>SQL / MS-SQL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5984" y="73152"/>
            <a:ext cx="128016" cy="6784848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ECDD6"/>
                </a:solidFill>
                <a:latin typeface="Aptos"/>
              </a:defRPr>
            </a:pPr>
            <a:r>
              <a:t>WORKFORCE DATA ANALYSIS  • 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AB7A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914400" cy="41148"/>
          </a:xfrm>
          <a:prstGeom prst="rect">
            <a:avLst/>
          </a:prstGeom>
          <a:solidFill>
            <a:srgbClr val="2A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472</Words>
  <Application>Microsoft Office PowerPoint</Application>
  <PresentationFormat>On-screen Show (4:3)</PresentationFormat>
  <Paragraphs>101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Salary and Remote Work Trends Across Job Titles and Company Locations</vt:lpstr>
      <vt:lpstr>Project Overview</vt:lpstr>
      <vt:lpstr>Problem Statement</vt:lpstr>
      <vt:lpstr>Objectives</vt:lpstr>
      <vt:lpstr>Dataset</vt:lpstr>
      <vt:lpstr>Database &amp; Tools</vt:lpstr>
      <vt:lpstr>Methodology</vt:lpstr>
      <vt:lpstr>Tasks 1–5</vt:lpstr>
      <vt:lpstr>Tasks 6–10</vt:lpstr>
      <vt:lpstr>Tasks 11–15</vt:lpstr>
      <vt:lpstr>Tasks 16–20</vt:lpstr>
      <vt:lpstr>SQL Techniques</vt:lpstr>
      <vt:lpstr>Key Insights</vt:lpstr>
      <vt:lpstr>Actionable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and Remote Work Trends Across Job Titles and Company Locations</dc:title>
  <dc:subject/>
  <dc:creator/>
  <cp:keywords/>
  <dc:description>generated using python-pptx</dc:description>
  <cp:lastModifiedBy>Subhash Patil</cp:lastModifiedBy>
  <cp:revision>2</cp:revision>
  <dcterms:created xsi:type="dcterms:W3CDTF">2013-01-27T09:14:16Z</dcterms:created>
  <dcterms:modified xsi:type="dcterms:W3CDTF">2026-10-06T06:40:29Z</dcterms:modified>
  <cp:category/>
</cp:coreProperties>
</file>